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1" r:id="rId4"/>
    <p:sldMasterId id="2147483860" r:id="rId5"/>
    <p:sldMasterId id="2147483889" r:id="rId6"/>
  </p:sldMasterIdLst>
  <p:notesMasterIdLst>
    <p:notesMasterId r:id="rId22"/>
  </p:notesMasterIdLst>
  <p:handoutMasterIdLst>
    <p:handoutMasterId r:id="rId23"/>
  </p:handoutMasterIdLst>
  <p:sldIdLst>
    <p:sldId id="1783" r:id="rId7"/>
    <p:sldId id="1753" r:id="rId8"/>
    <p:sldId id="1734" r:id="rId9"/>
    <p:sldId id="1746" r:id="rId10"/>
    <p:sldId id="1785" r:id="rId11"/>
    <p:sldId id="1747" r:id="rId12"/>
    <p:sldId id="1780" r:id="rId13"/>
    <p:sldId id="1755" r:id="rId14"/>
    <p:sldId id="1757" r:id="rId15"/>
    <p:sldId id="1758" r:id="rId16"/>
    <p:sldId id="1778" r:id="rId17"/>
    <p:sldId id="1784" r:id="rId18"/>
    <p:sldId id="1779" r:id="rId19"/>
    <p:sldId id="1768" r:id="rId20"/>
    <p:sldId id="17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you begin" id="{C5179F8E-96D6-4EA3-9513-2BFEA07AC6DB}">
          <p14:sldIdLst>
            <p14:sldId id="1783"/>
            <p14:sldId id="1753"/>
          </p14:sldIdLst>
        </p14:section>
        <p14:section name="Cover" id="{0BBE9EE4-421C-42AB-89B8-CCA9F2DF5D1B}">
          <p14:sldIdLst>
            <p14:sldId id="1734"/>
            <p14:sldId id="1746"/>
          </p14:sldIdLst>
        </p14:section>
        <p14:section name="Intro" id="{BB9065DC-FFA0-4CB9-AF7C-6F88F2DD9936}">
          <p14:sldIdLst>
            <p14:sldId id="1785"/>
            <p14:sldId id="1747"/>
          </p14:sldIdLst>
        </p14:section>
        <p14:section name="Section Break" id="{121E13ED-2593-4731-B4B8-3875D8238675}">
          <p14:sldIdLst>
            <p14:sldId id="1780"/>
          </p14:sldIdLst>
        </p14:section>
        <p14:section name="Content" id="{507B895C-9D74-4976-8F5A-0D3FFD0C9B88}">
          <p14:sldIdLst>
            <p14:sldId id="1755"/>
            <p14:sldId id="1757"/>
            <p14:sldId id="1758"/>
            <p14:sldId id="1778"/>
            <p14:sldId id="1784"/>
            <p14:sldId id="1779"/>
          </p14:sldIdLst>
        </p14:section>
        <p14:section name="Outro" id="{A42DA52F-3E44-4F68-ABEF-02BE104FD649}">
          <p14:sldIdLst>
            <p14:sldId id="1768"/>
            <p14:sldId id="176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8D1C45D-77A4-D541-6F1A-6E06C5957BE7}" name="Rutherford, Alana" initials="RA" userId="S::alana.rutherford@stantec.com::9acaa643-b1a4-48e9-8b9e-c56e3a3aca1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dman, Andrew" initials="WA" lastIdx="1" clrIdx="0">
    <p:extLst>
      <p:ext uri="{19B8F6BF-5375-455C-9EA6-DF929625EA0E}">
        <p15:presenceInfo xmlns:p15="http://schemas.microsoft.com/office/powerpoint/2012/main" userId="S::Andrew.Wedman@stantec.com::a4500bbe-6dea-4781-b385-e92dbec2d29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9C4BD"/>
    <a:srgbClr val="F2EFEC"/>
    <a:srgbClr val="ED6631"/>
    <a:srgbClr val="FFFFFF"/>
    <a:srgbClr val="E2DDDB"/>
    <a:srgbClr val="1A845C"/>
    <a:srgbClr val="2A73D9"/>
    <a:srgbClr val="F3BE0A"/>
    <a:srgbClr val="F4B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8328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2" d="100"/>
          <a:sy n="122" d="100"/>
        </p:scale>
        <p:origin x="500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51621-690C-4A3F-89DF-A63F9F01156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FFA5A-5B3A-4636-8971-523440418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22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7A200-BCBE-4E38-8F30-4AEB6F9D0565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5C21F-68E8-4A22-BBF5-9CD63F183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38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5C21F-68E8-4A22-BBF5-9CD63F183B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127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space on left and top of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5C21F-68E8-4A22-BBF5-9CD63F183B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455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6790B3-E432-2146-9E44-B2CA842C2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2514598" y="3276603"/>
            <a:ext cx="5638802" cy="304796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9FB45C22-9328-D37F-472C-4A36291F6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400" y="6400799"/>
            <a:ext cx="304799" cy="30480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900">
                <a:solidFill>
                  <a:srgbClr val="222222"/>
                </a:solidFill>
              </a:defRPr>
            </a:lvl1pPr>
          </a:lstStyle>
          <a:p>
            <a:fld id="{DD01415F-5F32-4771-AE74-55868ADB41C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CD0320-E9B4-B41D-199C-84695CCB6CA9}"/>
              </a:ext>
            </a:extLst>
          </p:cNvPr>
          <p:cNvCxnSpPr>
            <a:cxnSpLocks/>
          </p:cNvCxnSpPr>
          <p:nvPr userDrawn="1"/>
        </p:nvCxnSpPr>
        <p:spPr>
          <a:xfrm>
            <a:off x="609600" y="152400"/>
            <a:ext cx="0" cy="65532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1D80E12-D509-85C2-DFF8-148298F151F3}"/>
              </a:ext>
            </a:extLst>
          </p:cNvPr>
          <p:cNvCxnSpPr/>
          <p:nvPr userDrawn="1"/>
        </p:nvCxnSpPr>
        <p:spPr>
          <a:xfrm>
            <a:off x="11582400" y="152396"/>
            <a:ext cx="0" cy="6553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56F24BE-90CB-326A-6718-F7D299348014}"/>
              </a:ext>
            </a:extLst>
          </p:cNvPr>
          <p:cNvCxnSpPr>
            <a:cxnSpLocks/>
          </p:cNvCxnSpPr>
          <p:nvPr userDrawn="1"/>
        </p:nvCxnSpPr>
        <p:spPr>
          <a:xfrm>
            <a:off x="609600" y="605367"/>
            <a:ext cx="109728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799947-17A7-7E1A-4448-1EC3824EF058}"/>
              </a:ext>
            </a:extLst>
          </p:cNvPr>
          <p:cNvCxnSpPr>
            <a:cxnSpLocks/>
          </p:cNvCxnSpPr>
          <p:nvPr userDrawn="1"/>
        </p:nvCxnSpPr>
        <p:spPr>
          <a:xfrm>
            <a:off x="609600" y="6248400"/>
            <a:ext cx="109728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55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53F6CE-405A-363E-4B5B-DFF828C811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98D72A-059C-497D-87CC-094325C496FB}"/>
              </a:ext>
            </a:extLst>
          </p:cNvPr>
          <p:cNvCxnSpPr>
            <a:cxnSpLocks/>
          </p:cNvCxnSpPr>
          <p:nvPr userDrawn="1"/>
        </p:nvCxnSpPr>
        <p:spPr>
          <a:xfrm>
            <a:off x="152400" y="605367"/>
            <a:ext cx="118872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32A2D8A-E506-C9AD-3C1D-ADDB3C4BDF78}"/>
              </a:ext>
            </a:extLst>
          </p:cNvPr>
          <p:cNvCxnSpPr>
            <a:cxnSpLocks/>
          </p:cNvCxnSpPr>
          <p:nvPr userDrawn="1"/>
        </p:nvCxnSpPr>
        <p:spPr>
          <a:xfrm>
            <a:off x="152400" y="6248400"/>
            <a:ext cx="118872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180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iton Break -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7379E0-E2F0-CADB-1080-9EAF455F1DA7}"/>
              </a:ext>
            </a:extLst>
          </p:cNvPr>
          <p:cNvCxnSpPr>
            <a:cxnSpLocks/>
          </p:cNvCxnSpPr>
          <p:nvPr userDrawn="1"/>
        </p:nvCxnSpPr>
        <p:spPr>
          <a:xfrm>
            <a:off x="609599" y="609600"/>
            <a:ext cx="1097280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1EF08D-C0BF-C167-C4CF-AD34EA1CB6A3}"/>
              </a:ext>
            </a:extLst>
          </p:cNvPr>
          <p:cNvCxnSpPr>
            <a:cxnSpLocks/>
          </p:cNvCxnSpPr>
          <p:nvPr userDrawn="1"/>
        </p:nvCxnSpPr>
        <p:spPr>
          <a:xfrm>
            <a:off x="609599" y="6248400"/>
            <a:ext cx="1097280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E23151-A4FA-3B81-653A-7B83DD03906F}"/>
              </a:ext>
            </a:extLst>
          </p:cNvPr>
          <p:cNvCxnSpPr/>
          <p:nvPr userDrawn="1"/>
        </p:nvCxnSpPr>
        <p:spPr>
          <a:xfrm>
            <a:off x="609600" y="152400"/>
            <a:ext cx="0" cy="6553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98E330-6010-9778-6D1E-3FBB9D44C29E}"/>
              </a:ext>
            </a:extLst>
          </p:cNvPr>
          <p:cNvCxnSpPr/>
          <p:nvPr userDrawn="1"/>
        </p:nvCxnSpPr>
        <p:spPr>
          <a:xfrm>
            <a:off x="11582400" y="152400"/>
            <a:ext cx="0" cy="6553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62028432-6AB0-E306-70D4-B9FE8E7DCD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572" y="152403"/>
            <a:ext cx="304818" cy="30481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4F6F913-F49C-5661-58C6-4CCE91162CC2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8878" y="609600"/>
            <a:ext cx="0" cy="207025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70ECBC-56F2-096D-71B3-5438DCDE5C12}"/>
              </a:ext>
            </a:extLst>
          </p:cNvPr>
          <p:cNvCxnSpPr>
            <a:cxnSpLocks/>
            <a:endCxn id="11" idx="4"/>
          </p:cNvCxnSpPr>
          <p:nvPr userDrawn="1"/>
        </p:nvCxnSpPr>
        <p:spPr>
          <a:xfrm flipV="1">
            <a:off x="2458878" y="4178142"/>
            <a:ext cx="0" cy="206263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6FBB774E-0498-6289-24FD-91844C5AEEA7}"/>
              </a:ext>
            </a:extLst>
          </p:cNvPr>
          <p:cNvSpPr txBox="1">
            <a:spLocks/>
          </p:cNvSpPr>
          <p:nvPr userDrawn="1"/>
        </p:nvSpPr>
        <p:spPr>
          <a:xfrm rot="5400000">
            <a:off x="8614409" y="3128012"/>
            <a:ext cx="6553199" cy="60198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4572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b="0" i="0" kern="1200" spc="-5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 defTabSz="609585">
              <a:lnSpc>
                <a:spcPct val="95000"/>
              </a:lnSpc>
              <a:defRPr/>
            </a:pPr>
            <a:endParaRPr lang="en-US" sz="1600" b="1" spc="0">
              <a:solidFill>
                <a:srgbClr val="222222"/>
              </a:solidFill>
              <a:latin typeface="Amasis MT Pro" panose="02040504050005020304" pitchFamily="18" charset="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222A251-08EF-F9C7-E1C0-C1A3E153E64C}"/>
              </a:ext>
            </a:extLst>
          </p:cNvPr>
          <p:cNvSpPr/>
          <p:nvPr userDrawn="1"/>
        </p:nvSpPr>
        <p:spPr>
          <a:xfrm>
            <a:off x="1709736" y="2679858"/>
            <a:ext cx="1498284" cy="149828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masis MT Pro" panose="02040504050005020304" pitchFamily="18" charset="0"/>
              <a:ea typeface="+mn-ea"/>
              <a:cs typeface="+mn-cs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43963F8-A9C5-D6E8-1442-3D54675D03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425" y="2679858"/>
            <a:ext cx="1498913" cy="1629235"/>
          </a:xfrm>
        </p:spPr>
        <p:txBody>
          <a:bodyPr anchor="ctr"/>
          <a:lstStyle>
            <a:lvl1pPr algn="ctr">
              <a:defRPr sz="8000" b="1" spc="-300" baseline="0">
                <a:latin typeface="Amasis MT Pro" panose="02040504050005020304" pitchFamily="18" charset="0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BB55EA4-A402-6820-2BDF-ACEC5D6FF0F4}"/>
              </a:ext>
            </a:extLst>
          </p:cNvPr>
          <p:cNvSpPr txBox="1">
            <a:spLocks/>
          </p:cNvSpPr>
          <p:nvPr userDrawn="1"/>
        </p:nvSpPr>
        <p:spPr>
          <a:xfrm rot="5400000">
            <a:off x="9533889" y="2975608"/>
            <a:ext cx="6553199" cy="60198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4572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b="0" i="0" kern="1200" spc="-5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 defTabSz="609585">
              <a:lnSpc>
                <a:spcPct val="95000"/>
              </a:lnSpc>
              <a:defRPr/>
            </a:pPr>
            <a:endParaRPr lang="en-US" sz="1600" b="1" spc="0">
              <a:solidFill>
                <a:srgbClr val="222222"/>
              </a:solidFill>
              <a:latin typeface="Amasis MT Pro" panose="02040504050005020304" pitchFamily="18" charset="0"/>
              <a:cs typeface="Arial" panose="020B0604020202020204" pitchFamily="34" charset="0"/>
            </a:endParaRP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A7CCC7CC-6402-8F8D-0E62-F3FDF7406FE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-2514598" y="3276603"/>
            <a:ext cx="5638802" cy="304796"/>
          </a:xfrm>
          <a:prstGeom prst="rect">
            <a:avLst/>
          </a:prstGeom>
        </p:spPr>
        <p:txBody>
          <a:bodyPr anchor="ctr"/>
          <a:lstStyle>
            <a:lvl1pPr algn="ctr">
              <a:defRPr sz="700" cap="all" spc="200" baseline="0"/>
            </a:lvl1pPr>
          </a:lstStyle>
          <a:p>
            <a:endParaRPr lang="en-US"/>
          </a:p>
        </p:txBody>
      </p:sp>
      <p:sp>
        <p:nvSpPr>
          <p:cNvPr id="22" name="Slide Number Placeholder 8">
            <a:extLst>
              <a:ext uri="{FF2B5EF4-FFF2-40B4-BE49-F238E27FC236}">
                <a16:creationId xmlns:a16="http://schemas.microsoft.com/office/drawing/2014/main" id="{D0756506-34B6-BFA4-3508-0C7D0DC5A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400" y="6400799"/>
            <a:ext cx="304799" cy="30480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900">
                <a:solidFill>
                  <a:srgbClr val="222222"/>
                </a:solidFill>
              </a:defRPr>
            </a:lvl1pPr>
          </a:lstStyle>
          <a:p>
            <a:fld id="{DD01415F-5F32-4771-AE74-55868ADB41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81E446-4DFE-D092-6716-F88FD652B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75" y="1371601"/>
            <a:ext cx="6829424" cy="4427219"/>
          </a:xfrm>
        </p:spPr>
        <p:txBody>
          <a:bodyPr anchor="ctr"/>
          <a:lstStyle>
            <a:lvl1pPr>
              <a:spcAft>
                <a:spcPts val="300"/>
              </a:spcAft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463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343CE746-A052-0628-6DDF-791B4A2215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00713" y="152409"/>
            <a:ext cx="6338888" cy="6553188"/>
          </a:xfrm>
          <a:prstGeom prst="roundRect">
            <a:avLst>
              <a:gd name="adj" fmla="val 1378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FFF64-8CC0-6BE4-E825-E1957054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066801"/>
            <a:ext cx="5248274" cy="4724403"/>
          </a:xfrm>
        </p:spPr>
        <p:txBody>
          <a:bodyPr anchor="t"/>
          <a:lstStyle>
            <a:lvl1pPr>
              <a:lnSpc>
                <a:spcPct val="90000"/>
              </a:lnSpc>
              <a:defRPr sz="5400" spc="-6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7379E0-E2F0-CADB-1080-9EAF455F1DA7}"/>
              </a:ext>
            </a:extLst>
          </p:cNvPr>
          <p:cNvCxnSpPr>
            <a:cxnSpLocks/>
          </p:cNvCxnSpPr>
          <p:nvPr userDrawn="1"/>
        </p:nvCxnSpPr>
        <p:spPr>
          <a:xfrm>
            <a:off x="152400" y="609600"/>
            <a:ext cx="540226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7B4A34-F444-4B12-35D6-7C1CF3C076E0}"/>
              </a:ext>
            </a:extLst>
          </p:cNvPr>
          <p:cNvCxnSpPr/>
          <p:nvPr userDrawn="1"/>
        </p:nvCxnSpPr>
        <p:spPr>
          <a:xfrm>
            <a:off x="5554663" y="152400"/>
            <a:ext cx="0" cy="655319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16A177-73D6-8933-4968-14934DAADD2C}"/>
              </a:ext>
            </a:extLst>
          </p:cNvPr>
          <p:cNvCxnSpPr>
            <a:cxnSpLocks/>
          </p:cNvCxnSpPr>
          <p:nvPr userDrawn="1"/>
        </p:nvCxnSpPr>
        <p:spPr>
          <a:xfrm>
            <a:off x="152400" y="6248400"/>
            <a:ext cx="540226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7394F0-9528-9D5B-CE7B-ADF0AA3EE1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2400" y="6400800"/>
            <a:ext cx="5248274" cy="304796"/>
          </a:xfrm>
        </p:spPr>
        <p:txBody>
          <a:bodyPr/>
          <a:lstStyle>
            <a:lvl1pPr>
              <a:defRPr sz="7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3429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6790B3-E432-2146-9E44-B2CA842C2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2514598" y="3276603"/>
            <a:ext cx="5638802" cy="304796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9FB45C22-9328-D37F-472C-4A36291F6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400" y="6400799"/>
            <a:ext cx="304799" cy="30480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800">
                <a:solidFill>
                  <a:srgbClr val="222222"/>
                </a:solidFill>
              </a:defRPr>
            </a:lvl1pPr>
          </a:lstStyle>
          <a:p>
            <a:fld id="{DD01415F-5F32-4771-AE74-55868ADB41C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CD0320-E9B4-B41D-199C-84695CCB6CA9}"/>
              </a:ext>
            </a:extLst>
          </p:cNvPr>
          <p:cNvCxnSpPr>
            <a:cxnSpLocks/>
          </p:cNvCxnSpPr>
          <p:nvPr userDrawn="1"/>
        </p:nvCxnSpPr>
        <p:spPr>
          <a:xfrm>
            <a:off x="609600" y="152400"/>
            <a:ext cx="0" cy="65532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1D80E12-D509-85C2-DFF8-148298F151F3}"/>
              </a:ext>
            </a:extLst>
          </p:cNvPr>
          <p:cNvCxnSpPr/>
          <p:nvPr userDrawn="1"/>
        </p:nvCxnSpPr>
        <p:spPr>
          <a:xfrm>
            <a:off x="11582400" y="152396"/>
            <a:ext cx="0" cy="6553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56F24BE-90CB-326A-6718-F7D299348014}"/>
              </a:ext>
            </a:extLst>
          </p:cNvPr>
          <p:cNvCxnSpPr>
            <a:cxnSpLocks/>
          </p:cNvCxnSpPr>
          <p:nvPr userDrawn="1"/>
        </p:nvCxnSpPr>
        <p:spPr>
          <a:xfrm>
            <a:off x="609600" y="605367"/>
            <a:ext cx="109728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799947-17A7-7E1A-4448-1EC3824EF058}"/>
              </a:ext>
            </a:extLst>
          </p:cNvPr>
          <p:cNvCxnSpPr>
            <a:cxnSpLocks/>
          </p:cNvCxnSpPr>
          <p:nvPr userDrawn="1"/>
        </p:nvCxnSpPr>
        <p:spPr>
          <a:xfrm>
            <a:off x="609600" y="6248400"/>
            <a:ext cx="109728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100D55-B0E2-6250-2824-197CCB7BE66D}"/>
              </a:ext>
            </a:extLst>
          </p:cNvPr>
          <p:cNvCxnSpPr/>
          <p:nvPr userDrawn="1"/>
        </p:nvCxnSpPr>
        <p:spPr>
          <a:xfrm>
            <a:off x="603284" y="1828798"/>
            <a:ext cx="10979116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E9F63D1-0153-DF9B-286D-D530D5D5A4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66801" y="2281766"/>
            <a:ext cx="2787650" cy="3509434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D2EEAEA-9B8A-EE0F-E72D-9168CF1C88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62109" y="2281766"/>
            <a:ext cx="2783204" cy="3509434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 baseline="0"/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 baseline="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 baseline="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8615EC8-D816-A934-96A1-870FEF1A0B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46937" y="2281766"/>
            <a:ext cx="2787651" cy="3509434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36E9974D-20E3-E4E9-BCF4-6F266425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848360"/>
            <a:ext cx="8970962" cy="828038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751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6790B3-E432-2146-9E44-B2CA842C2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2514598" y="3276603"/>
            <a:ext cx="5638802" cy="304796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9FB45C22-9328-D37F-472C-4A36291F6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400" y="6400799"/>
            <a:ext cx="304799" cy="30480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800">
                <a:solidFill>
                  <a:srgbClr val="222222"/>
                </a:solidFill>
              </a:defRPr>
            </a:lvl1pPr>
          </a:lstStyle>
          <a:p>
            <a:fld id="{DD01415F-5F32-4771-AE74-55868ADB41C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CD0320-E9B4-B41D-199C-84695CCB6CA9}"/>
              </a:ext>
            </a:extLst>
          </p:cNvPr>
          <p:cNvCxnSpPr>
            <a:cxnSpLocks/>
          </p:cNvCxnSpPr>
          <p:nvPr userDrawn="1"/>
        </p:nvCxnSpPr>
        <p:spPr>
          <a:xfrm>
            <a:off x="609600" y="152400"/>
            <a:ext cx="0" cy="65532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1D80E12-D509-85C2-DFF8-148298F151F3}"/>
              </a:ext>
            </a:extLst>
          </p:cNvPr>
          <p:cNvCxnSpPr/>
          <p:nvPr userDrawn="1"/>
        </p:nvCxnSpPr>
        <p:spPr>
          <a:xfrm>
            <a:off x="11582400" y="152396"/>
            <a:ext cx="0" cy="6553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56F24BE-90CB-326A-6718-F7D299348014}"/>
              </a:ext>
            </a:extLst>
          </p:cNvPr>
          <p:cNvCxnSpPr>
            <a:cxnSpLocks/>
          </p:cNvCxnSpPr>
          <p:nvPr userDrawn="1"/>
        </p:nvCxnSpPr>
        <p:spPr>
          <a:xfrm>
            <a:off x="609600" y="605367"/>
            <a:ext cx="109728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799947-17A7-7E1A-4448-1EC3824EF058}"/>
              </a:ext>
            </a:extLst>
          </p:cNvPr>
          <p:cNvCxnSpPr>
            <a:cxnSpLocks/>
          </p:cNvCxnSpPr>
          <p:nvPr userDrawn="1"/>
        </p:nvCxnSpPr>
        <p:spPr>
          <a:xfrm>
            <a:off x="609600" y="6248400"/>
            <a:ext cx="109728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F22841D6-12C1-0CF2-9C5B-B09AE4EA8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48360"/>
            <a:ext cx="10064707" cy="828040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2354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Narrow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6790B3-E432-2146-9E44-B2CA842C2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2514598" y="3276603"/>
            <a:ext cx="5638802" cy="304796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9FB45C22-9328-D37F-472C-4A36291F6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400" y="6400799"/>
            <a:ext cx="304799" cy="30480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800">
                <a:solidFill>
                  <a:srgbClr val="222222"/>
                </a:solidFill>
              </a:defRPr>
            </a:lvl1pPr>
          </a:lstStyle>
          <a:p>
            <a:fld id="{DD01415F-5F32-4771-AE74-55868ADB41C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CD0320-E9B4-B41D-199C-84695CCB6CA9}"/>
              </a:ext>
            </a:extLst>
          </p:cNvPr>
          <p:cNvCxnSpPr>
            <a:cxnSpLocks/>
          </p:cNvCxnSpPr>
          <p:nvPr userDrawn="1"/>
        </p:nvCxnSpPr>
        <p:spPr>
          <a:xfrm>
            <a:off x="609600" y="152400"/>
            <a:ext cx="0" cy="65532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1D80E12-D509-85C2-DFF8-148298F151F3}"/>
              </a:ext>
            </a:extLst>
          </p:cNvPr>
          <p:cNvCxnSpPr/>
          <p:nvPr userDrawn="1"/>
        </p:nvCxnSpPr>
        <p:spPr>
          <a:xfrm>
            <a:off x="7096125" y="152396"/>
            <a:ext cx="0" cy="6553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56F24BE-90CB-326A-6718-F7D299348014}"/>
              </a:ext>
            </a:extLst>
          </p:cNvPr>
          <p:cNvCxnSpPr>
            <a:cxnSpLocks/>
          </p:cNvCxnSpPr>
          <p:nvPr userDrawn="1"/>
        </p:nvCxnSpPr>
        <p:spPr>
          <a:xfrm>
            <a:off x="609600" y="605367"/>
            <a:ext cx="64865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799947-17A7-7E1A-4448-1EC3824EF058}"/>
              </a:ext>
            </a:extLst>
          </p:cNvPr>
          <p:cNvCxnSpPr>
            <a:cxnSpLocks/>
          </p:cNvCxnSpPr>
          <p:nvPr userDrawn="1"/>
        </p:nvCxnSpPr>
        <p:spPr>
          <a:xfrm>
            <a:off x="609600" y="6248400"/>
            <a:ext cx="64865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100D55-B0E2-6250-2824-197CCB7BE66D}"/>
              </a:ext>
            </a:extLst>
          </p:cNvPr>
          <p:cNvCxnSpPr>
            <a:cxnSpLocks/>
          </p:cNvCxnSpPr>
          <p:nvPr userDrawn="1"/>
        </p:nvCxnSpPr>
        <p:spPr>
          <a:xfrm>
            <a:off x="603284" y="1828798"/>
            <a:ext cx="6492841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E9F63D1-0153-DF9B-286D-D530D5D5A4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66801" y="2281766"/>
            <a:ext cx="2787650" cy="3509434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241610EC-0852-430E-9B92-4A0DF39EEB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46938" y="152400"/>
            <a:ext cx="4792662" cy="6553200"/>
          </a:xfrm>
          <a:prstGeom prst="roundRect">
            <a:avLst>
              <a:gd name="adj" fmla="val 1408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EE6C0E1-9A75-0EC3-FABD-D6002D42D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3218" y="2281766"/>
            <a:ext cx="2787650" cy="3509434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73C32D2-7EB2-2DE7-0490-2E4121B7B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848360"/>
            <a:ext cx="5878513" cy="82804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24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6790B3-E432-2146-9E44-B2CA842C2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2514598" y="3276603"/>
            <a:ext cx="5638802" cy="304796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9FB45C22-9328-D37F-472C-4A36291F6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400" y="6400799"/>
            <a:ext cx="304799" cy="30480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800">
                <a:solidFill>
                  <a:srgbClr val="222222"/>
                </a:solidFill>
              </a:defRPr>
            </a:lvl1pPr>
          </a:lstStyle>
          <a:p>
            <a:fld id="{DD01415F-5F32-4771-AE74-55868ADB41C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CD0320-E9B4-B41D-199C-84695CCB6CA9}"/>
              </a:ext>
            </a:extLst>
          </p:cNvPr>
          <p:cNvCxnSpPr>
            <a:cxnSpLocks/>
          </p:cNvCxnSpPr>
          <p:nvPr userDrawn="1"/>
        </p:nvCxnSpPr>
        <p:spPr>
          <a:xfrm>
            <a:off x="609600" y="152400"/>
            <a:ext cx="0" cy="65532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1D80E12-D509-85C2-DFF8-148298F151F3}"/>
              </a:ext>
            </a:extLst>
          </p:cNvPr>
          <p:cNvCxnSpPr/>
          <p:nvPr userDrawn="1"/>
        </p:nvCxnSpPr>
        <p:spPr>
          <a:xfrm>
            <a:off x="5554663" y="152396"/>
            <a:ext cx="0" cy="6553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56F24BE-90CB-326A-6718-F7D299348014}"/>
              </a:ext>
            </a:extLst>
          </p:cNvPr>
          <p:cNvCxnSpPr>
            <a:cxnSpLocks/>
          </p:cNvCxnSpPr>
          <p:nvPr userDrawn="1"/>
        </p:nvCxnSpPr>
        <p:spPr>
          <a:xfrm>
            <a:off x="609600" y="605367"/>
            <a:ext cx="494506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799947-17A7-7E1A-4448-1EC3824EF058}"/>
              </a:ext>
            </a:extLst>
          </p:cNvPr>
          <p:cNvCxnSpPr>
            <a:cxnSpLocks/>
          </p:cNvCxnSpPr>
          <p:nvPr userDrawn="1"/>
        </p:nvCxnSpPr>
        <p:spPr>
          <a:xfrm>
            <a:off x="609600" y="6248400"/>
            <a:ext cx="494506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100D55-B0E2-6250-2824-197CCB7BE66D}"/>
              </a:ext>
            </a:extLst>
          </p:cNvPr>
          <p:cNvCxnSpPr>
            <a:cxnSpLocks/>
          </p:cNvCxnSpPr>
          <p:nvPr userDrawn="1"/>
        </p:nvCxnSpPr>
        <p:spPr>
          <a:xfrm>
            <a:off x="603284" y="1828798"/>
            <a:ext cx="4951379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E9F63D1-0153-DF9B-286D-D530D5D5A4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66800" y="2281766"/>
            <a:ext cx="4333875" cy="3509434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241610EC-0852-430E-9B92-4A0DF39EEB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00713" y="152400"/>
            <a:ext cx="6338887" cy="6553200"/>
          </a:xfrm>
          <a:prstGeom prst="roundRect">
            <a:avLst>
              <a:gd name="adj" fmla="val 1408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A9D1533-7ED2-BAAF-329C-6781DF31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48360"/>
            <a:ext cx="4331493" cy="82804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70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Wi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6790B3-E432-2146-9E44-B2CA842C2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2514598" y="3276603"/>
            <a:ext cx="5638802" cy="304796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9FB45C22-9328-D37F-472C-4A36291F6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400" y="6400799"/>
            <a:ext cx="304799" cy="30480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800">
                <a:solidFill>
                  <a:srgbClr val="222222"/>
                </a:solidFill>
              </a:defRPr>
            </a:lvl1pPr>
          </a:lstStyle>
          <a:p>
            <a:fld id="{DD01415F-5F32-4771-AE74-55868ADB41C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CD0320-E9B4-B41D-199C-84695CCB6CA9}"/>
              </a:ext>
            </a:extLst>
          </p:cNvPr>
          <p:cNvCxnSpPr>
            <a:cxnSpLocks/>
          </p:cNvCxnSpPr>
          <p:nvPr userDrawn="1"/>
        </p:nvCxnSpPr>
        <p:spPr>
          <a:xfrm>
            <a:off x="609600" y="152400"/>
            <a:ext cx="0" cy="65532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1D80E12-D509-85C2-DFF8-148298F151F3}"/>
              </a:ext>
            </a:extLst>
          </p:cNvPr>
          <p:cNvCxnSpPr/>
          <p:nvPr userDrawn="1"/>
        </p:nvCxnSpPr>
        <p:spPr>
          <a:xfrm>
            <a:off x="3228967" y="152396"/>
            <a:ext cx="0" cy="6553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799947-17A7-7E1A-4448-1EC3824EF058}"/>
              </a:ext>
            </a:extLst>
          </p:cNvPr>
          <p:cNvCxnSpPr>
            <a:cxnSpLocks/>
          </p:cNvCxnSpPr>
          <p:nvPr userDrawn="1"/>
        </p:nvCxnSpPr>
        <p:spPr>
          <a:xfrm>
            <a:off x="609600" y="6248400"/>
            <a:ext cx="261936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4064A9F7-E404-166E-8841-6D6CAE92DF34}"/>
              </a:ext>
            </a:extLst>
          </p:cNvPr>
          <p:cNvGrpSpPr/>
          <p:nvPr userDrawn="1"/>
        </p:nvGrpSpPr>
        <p:grpSpPr>
          <a:xfrm>
            <a:off x="603285" y="605367"/>
            <a:ext cx="2625682" cy="1223431"/>
            <a:chOff x="603284" y="605367"/>
            <a:chExt cx="3401979" cy="122343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56F24BE-90CB-326A-6718-F7D2993480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" y="605367"/>
              <a:ext cx="3395663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6100D55-B0E2-6250-2824-197CCB7BE6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3284" y="1828798"/>
              <a:ext cx="3401979" cy="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E9F63D1-0153-DF9B-286D-D530D5D5A4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2003" y="2281766"/>
            <a:ext cx="2314565" cy="3509434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241610EC-0852-430E-9B92-4A0DF39EEB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62309" y="152400"/>
            <a:ext cx="8677291" cy="6553200"/>
          </a:xfrm>
          <a:prstGeom prst="roundRect">
            <a:avLst>
              <a:gd name="adj" fmla="val 1408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076EF0B-1B98-DF61-6651-C68E4DB6A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2314566" cy="91440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34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D5B24BC-8240-6CBA-51B7-9A63042D7633}"/>
              </a:ext>
            </a:extLst>
          </p:cNvPr>
          <p:cNvCxnSpPr/>
          <p:nvPr userDrawn="1"/>
        </p:nvCxnSpPr>
        <p:spPr>
          <a:xfrm>
            <a:off x="609600" y="152396"/>
            <a:ext cx="0" cy="6553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E95338C1-1F1C-86F9-D41C-D0CCD62A2C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2000" y="152400"/>
            <a:ext cx="11277599" cy="6553200"/>
          </a:xfrm>
          <a:prstGeom prst="roundRect">
            <a:avLst>
              <a:gd name="adj" fmla="val 1408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E48940A3-F7CC-DD3A-2873-96B6DE3C97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2514598" y="3276604"/>
            <a:ext cx="5638800" cy="304796"/>
          </a:xfrm>
        </p:spPr>
        <p:txBody>
          <a:bodyPr anchor="ctr"/>
          <a:lstStyle>
            <a:lvl1pPr algn="ctr">
              <a:defRPr sz="700"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4A3363-916D-3CB2-649A-CE5E73EDC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400" y="6400799"/>
            <a:ext cx="304799" cy="30480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900">
                <a:solidFill>
                  <a:srgbClr val="222222"/>
                </a:solidFill>
              </a:defRPr>
            </a:lvl1pPr>
          </a:lstStyle>
          <a:p>
            <a:fld id="{DD01415F-5F32-4771-AE74-55868ADB41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1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6790B3-E432-2146-9E44-B2CA842C2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2514598" y="3276603"/>
            <a:ext cx="5638802" cy="304796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0CB1D7-FC38-FA5F-3033-FF7AF2F81263}"/>
              </a:ext>
            </a:extLst>
          </p:cNvPr>
          <p:cNvCxnSpPr>
            <a:cxnSpLocks/>
          </p:cNvCxnSpPr>
          <p:nvPr userDrawn="1"/>
        </p:nvCxnSpPr>
        <p:spPr>
          <a:xfrm>
            <a:off x="609600" y="152400"/>
            <a:ext cx="0" cy="65532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1439D3D-45AE-4FB0-1FD2-84D43B6FB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66802" y="2281766"/>
            <a:ext cx="4876796" cy="3509434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9FB45C22-9328-D37F-472C-4A36291F6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400" y="6400799"/>
            <a:ext cx="304799" cy="30480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900">
                <a:solidFill>
                  <a:srgbClr val="222222"/>
                </a:solidFill>
              </a:defRPr>
            </a:lvl1pPr>
          </a:lstStyle>
          <a:p>
            <a:fld id="{DD01415F-5F32-4771-AE74-55868ADB41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3454E40-99A0-E263-2EF9-86ED8CB61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8401" y="2281766"/>
            <a:ext cx="4876799" cy="3509434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FFF5B9-5319-C10F-185B-48582DC6C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2" y="848359"/>
            <a:ext cx="10058398" cy="82804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475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7379E0-E2F0-CADB-1080-9EAF455F1DA7}"/>
              </a:ext>
            </a:extLst>
          </p:cNvPr>
          <p:cNvCxnSpPr>
            <a:cxnSpLocks/>
          </p:cNvCxnSpPr>
          <p:nvPr userDrawn="1"/>
        </p:nvCxnSpPr>
        <p:spPr>
          <a:xfrm>
            <a:off x="5548312" y="605367"/>
            <a:ext cx="603408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1EF08D-C0BF-C167-C4CF-AD34EA1CB6A3}"/>
              </a:ext>
            </a:extLst>
          </p:cNvPr>
          <p:cNvCxnSpPr>
            <a:cxnSpLocks/>
          </p:cNvCxnSpPr>
          <p:nvPr userDrawn="1"/>
        </p:nvCxnSpPr>
        <p:spPr>
          <a:xfrm>
            <a:off x="5548312" y="6248400"/>
            <a:ext cx="603408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F0D56A2-6DE2-7C41-0472-06D8A7E101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62620" y="152400"/>
            <a:ext cx="5435987" cy="300567"/>
          </a:xfrm>
        </p:spPr>
        <p:txBody>
          <a:bodyPr numCol="1"/>
          <a:lstStyle>
            <a:lvl1pPr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47DDA1-3DA2-2547-7B35-3E52E4616539}"/>
              </a:ext>
            </a:extLst>
          </p:cNvPr>
          <p:cNvCxnSpPr/>
          <p:nvPr userDrawn="1"/>
        </p:nvCxnSpPr>
        <p:spPr>
          <a:xfrm>
            <a:off x="609600" y="152400"/>
            <a:ext cx="0" cy="6553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01CD321-467A-1BB4-7CD5-AE8A51C120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2002" y="152400"/>
            <a:ext cx="4638672" cy="6553200"/>
          </a:xfrm>
          <a:prstGeom prst="roundRect">
            <a:avLst>
              <a:gd name="adj" fmla="val 1408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D258C7-A349-4C50-6826-5509CBCBC68F}"/>
              </a:ext>
            </a:extLst>
          </p:cNvPr>
          <p:cNvCxnSpPr/>
          <p:nvPr userDrawn="1"/>
        </p:nvCxnSpPr>
        <p:spPr>
          <a:xfrm>
            <a:off x="5554663" y="152396"/>
            <a:ext cx="0" cy="6553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B76FC6-5AB3-586D-4FAE-62E952DA81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7499" y="2281766"/>
            <a:ext cx="5431471" cy="3509434"/>
          </a:xfrm>
        </p:spPr>
        <p:txBody>
          <a:bodyPr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 sz="1200"/>
            </a:lvl1pPr>
            <a:lvl2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 sz="1200"/>
            </a:lvl2pPr>
            <a:lvl3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 sz="1200"/>
            </a:lvl3pPr>
            <a:lvl4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 sz="1200"/>
            </a:lvl4pPr>
            <a:lvl5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85539E8-3BBF-AAE5-1E65-E20909AD36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2514598" y="3276604"/>
            <a:ext cx="5638800" cy="304796"/>
          </a:xfrm>
        </p:spPr>
        <p:txBody>
          <a:bodyPr anchor="ctr"/>
          <a:lstStyle>
            <a:lvl1pPr algn="ctr">
              <a:defRPr sz="700"/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848E79A5-5BCC-3942-5B4D-20F46AD5E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400" y="6400799"/>
            <a:ext cx="304799" cy="30480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900">
                <a:solidFill>
                  <a:srgbClr val="222222"/>
                </a:solidFill>
              </a:defRPr>
            </a:lvl1pPr>
          </a:lstStyle>
          <a:p>
            <a:fld id="{DD01415F-5F32-4771-AE74-55868ADB41C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E7CC7F-9642-7927-8032-88AD95A7D0B0}"/>
              </a:ext>
            </a:extLst>
          </p:cNvPr>
          <p:cNvCxnSpPr>
            <a:cxnSpLocks/>
          </p:cNvCxnSpPr>
          <p:nvPr userDrawn="1"/>
        </p:nvCxnSpPr>
        <p:spPr>
          <a:xfrm>
            <a:off x="5554663" y="1828798"/>
            <a:ext cx="6027737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1EA9CD-CB29-4028-2F31-DF73709FE1D2}"/>
              </a:ext>
            </a:extLst>
          </p:cNvPr>
          <p:cNvCxnSpPr/>
          <p:nvPr userDrawn="1"/>
        </p:nvCxnSpPr>
        <p:spPr>
          <a:xfrm>
            <a:off x="11582400" y="152396"/>
            <a:ext cx="0" cy="6553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B0A2773-4AFC-A8CB-590E-A5B954916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619" y="848360"/>
            <a:ext cx="5435985" cy="828040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6847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FFF64-8CC0-6BE4-E825-E19570548A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1066800"/>
            <a:ext cx="7423150" cy="3514298"/>
          </a:xfrm>
        </p:spPr>
        <p:txBody>
          <a:bodyPr anchor="b"/>
          <a:lstStyle>
            <a:lvl1pPr>
              <a:lnSpc>
                <a:spcPct val="80000"/>
              </a:lnSpc>
              <a:defRPr sz="3600" b="0" i="1" spc="-60" baseline="0"/>
            </a:lvl1pPr>
          </a:lstStyle>
          <a:p>
            <a:r>
              <a:rPr lang="en-US" dirty="0"/>
              <a:t>“Insert Quote”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7379E0-E2F0-CADB-1080-9EAF455F1DA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05367"/>
            <a:ext cx="109728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1EF08D-C0BF-C167-C4CF-AD34EA1CB6A3}"/>
              </a:ext>
            </a:extLst>
          </p:cNvPr>
          <p:cNvCxnSpPr>
            <a:cxnSpLocks/>
          </p:cNvCxnSpPr>
          <p:nvPr userDrawn="1"/>
        </p:nvCxnSpPr>
        <p:spPr>
          <a:xfrm>
            <a:off x="609600" y="6248400"/>
            <a:ext cx="109728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F0D56A2-6DE2-7C41-0472-06D8A7E101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800" y="6405033"/>
            <a:ext cx="2790825" cy="300567"/>
          </a:xfrm>
        </p:spPr>
        <p:txBody>
          <a:bodyPr numCol="1" anchor="b"/>
          <a:lstStyle>
            <a:lvl1pPr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47DDA1-3DA2-2547-7B35-3E52E4616539}"/>
              </a:ext>
            </a:extLst>
          </p:cNvPr>
          <p:cNvCxnSpPr/>
          <p:nvPr userDrawn="1"/>
        </p:nvCxnSpPr>
        <p:spPr>
          <a:xfrm>
            <a:off x="609600" y="152400"/>
            <a:ext cx="0" cy="6553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D258C7-A349-4C50-6826-5509CBCBC68F}"/>
              </a:ext>
            </a:extLst>
          </p:cNvPr>
          <p:cNvCxnSpPr/>
          <p:nvPr userDrawn="1"/>
        </p:nvCxnSpPr>
        <p:spPr>
          <a:xfrm>
            <a:off x="11582400" y="152396"/>
            <a:ext cx="0" cy="6553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B76FC6-5AB3-586D-4FAE-62E952DA81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6801" y="4881350"/>
            <a:ext cx="7423150" cy="909850"/>
          </a:xfrm>
        </p:spPr>
        <p:txBody>
          <a:bodyPr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 b="1"/>
            </a:lvl1pPr>
            <a:lvl2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816985C-5A0F-6B6F-51D7-692E9D8FFD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2514598" y="3276604"/>
            <a:ext cx="5638800" cy="304796"/>
          </a:xfrm>
        </p:spPr>
        <p:txBody>
          <a:bodyPr anchor="ctr"/>
          <a:lstStyle>
            <a:lvl1pPr algn="ctr">
              <a:defRPr sz="700"/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BD7DD00D-5973-33CF-2FAC-B04084E3C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400" y="6400799"/>
            <a:ext cx="304799" cy="30480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900">
                <a:solidFill>
                  <a:srgbClr val="222222"/>
                </a:solidFill>
              </a:defRPr>
            </a:lvl1pPr>
          </a:lstStyle>
          <a:p>
            <a:fld id="{DD01415F-5F32-4771-AE74-55868ADB41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0BD574-52F4-FFD6-6262-9355C50859F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91575" y="1066801"/>
            <a:ext cx="2638425" cy="35142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45788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7379E0-E2F0-CADB-1080-9EAF455F1DA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05367"/>
            <a:ext cx="109728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1EF08D-C0BF-C167-C4CF-AD34EA1CB6A3}"/>
              </a:ext>
            </a:extLst>
          </p:cNvPr>
          <p:cNvCxnSpPr>
            <a:cxnSpLocks/>
          </p:cNvCxnSpPr>
          <p:nvPr userDrawn="1"/>
        </p:nvCxnSpPr>
        <p:spPr>
          <a:xfrm>
            <a:off x="609600" y="6248400"/>
            <a:ext cx="109728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F0D56A2-6DE2-7C41-0472-06D8A7E101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800" y="6405033"/>
            <a:ext cx="2790825" cy="300567"/>
          </a:xfrm>
        </p:spPr>
        <p:txBody>
          <a:bodyPr numCol="1" anchor="b"/>
          <a:lstStyle>
            <a:lvl1pPr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47DDA1-3DA2-2547-7B35-3E52E4616539}"/>
              </a:ext>
            </a:extLst>
          </p:cNvPr>
          <p:cNvCxnSpPr/>
          <p:nvPr userDrawn="1"/>
        </p:nvCxnSpPr>
        <p:spPr>
          <a:xfrm>
            <a:off x="609600" y="152400"/>
            <a:ext cx="0" cy="6553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D258C7-A349-4C50-6826-5509CBCBC68F}"/>
              </a:ext>
            </a:extLst>
          </p:cNvPr>
          <p:cNvCxnSpPr/>
          <p:nvPr userDrawn="1"/>
        </p:nvCxnSpPr>
        <p:spPr>
          <a:xfrm>
            <a:off x="11582400" y="152396"/>
            <a:ext cx="0" cy="6553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816985C-5A0F-6B6F-51D7-692E9D8FFD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2514598" y="3276604"/>
            <a:ext cx="5638800" cy="304796"/>
          </a:xfrm>
        </p:spPr>
        <p:txBody>
          <a:bodyPr anchor="ctr"/>
          <a:lstStyle>
            <a:lvl1pPr algn="ctr">
              <a:defRPr sz="700"/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BD7DD00D-5973-33CF-2FAC-B04084E3C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400" y="6400799"/>
            <a:ext cx="304799" cy="30480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900">
                <a:solidFill>
                  <a:srgbClr val="222222"/>
                </a:solidFill>
              </a:defRPr>
            </a:lvl1pPr>
          </a:lstStyle>
          <a:p>
            <a:fld id="{DD01415F-5F32-4771-AE74-55868ADB41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F6D36281-CF56-56C0-875C-D1B0308C2CFB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1066800" y="1981200"/>
            <a:ext cx="10058402" cy="4110038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5FF8C-01A9-9ABE-9A3A-B11FCBF7F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182" y="848360"/>
            <a:ext cx="10056020" cy="82804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6465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8082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343CE746-A052-0628-6DDF-791B4A2215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1371600"/>
            <a:ext cx="11277602" cy="4114799"/>
          </a:xfrm>
          <a:prstGeom prst="roundRect">
            <a:avLst>
              <a:gd name="adj" fmla="val 1378"/>
            </a:avLst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FFF64-8CC0-6BE4-E825-E1957054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934" y="152400"/>
            <a:ext cx="11267814" cy="914400"/>
          </a:xfrm>
        </p:spPr>
        <p:txBody>
          <a:bodyPr anchor="b"/>
          <a:lstStyle>
            <a:lvl1pPr>
              <a:lnSpc>
                <a:spcPct val="90000"/>
              </a:lnSpc>
              <a:defRPr sz="36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7379E0-E2F0-CADB-1080-9EAF455F1DA7}"/>
              </a:ext>
            </a:extLst>
          </p:cNvPr>
          <p:cNvCxnSpPr>
            <a:cxnSpLocks/>
          </p:cNvCxnSpPr>
          <p:nvPr userDrawn="1"/>
        </p:nvCxnSpPr>
        <p:spPr>
          <a:xfrm>
            <a:off x="457200" y="1219200"/>
            <a:ext cx="1127760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84AFA7-86A6-D7EA-73A2-27E26B0C47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791575" y="6096000"/>
            <a:ext cx="2943225" cy="304796"/>
          </a:xfrm>
        </p:spPr>
        <p:txBody>
          <a:bodyPr anchor="ctr"/>
          <a:lstStyle>
            <a:lvl1pPr>
              <a:defRPr sz="700"/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BE119C-2531-7C7A-876D-74C73AF80570}"/>
              </a:ext>
            </a:extLst>
          </p:cNvPr>
          <p:cNvCxnSpPr>
            <a:cxnSpLocks/>
          </p:cNvCxnSpPr>
          <p:nvPr userDrawn="1"/>
        </p:nvCxnSpPr>
        <p:spPr>
          <a:xfrm>
            <a:off x="457199" y="5638800"/>
            <a:ext cx="1127760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9C32EECC-53D0-4315-25E4-773E231F2B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001" y="6038827"/>
            <a:ext cx="1463199" cy="41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624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343CE746-A052-0628-6DDF-791B4A2215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00713" y="152400"/>
            <a:ext cx="6338888" cy="6553200"/>
          </a:xfrm>
          <a:prstGeom prst="roundRect">
            <a:avLst>
              <a:gd name="adj" fmla="val 1378"/>
            </a:avLst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FFF64-8CC0-6BE4-E825-E1957054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71600"/>
            <a:ext cx="4943475" cy="4724399"/>
          </a:xfrm>
        </p:spPr>
        <p:txBody>
          <a:bodyPr anchor="b"/>
          <a:lstStyle>
            <a:lvl1pPr>
              <a:lnSpc>
                <a:spcPct val="90000"/>
              </a:lnSpc>
              <a:defRPr sz="6000" spc="-6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2DE5085-8D34-82E5-4E3E-EAC686816320}"/>
              </a:ext>
            </a:extLst>
          </p:cNvPr>
          <p:cNvCxnSpPr>
            <a:cxnSpLocks/>
          </p:cNvCxnSpPr>
          <p:nvPr userDrawn="1"/>
        </p:nvCxnSpPr>
        <p:spPr>
          <a:xfrm>
            <a:off x="457199" y="1219200"/>
            <a:ext cx="494347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599BA51-2A26-8A28-671D-701ABE2E95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199" y="6400800"/>
            <a:ext cx="4943475" cy="304796"/>
          </a:xfrm>
        </p:spPr>
        <p:txBody>
          <a:bodyPr/>
          <a:lstStyle>
            <a:lvl1pPr>
              <a:defRPr sz="700"/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5CA5B1-ADA8-1E0B-7C4D-4E8D5D1540CF}"/>
              </a:ext>
            </a:extLst>
          </p:cNvPr>
          <p:cNvCxnSpPr>
            <a:cxnSpLocks/>
          </p:cNvCxnSpPr>
          <p:nvPr userDrawn="1"/>
        </p:nvCxnSpPr>
        <p:spPr>
          <a:xfrm>
            <a:off x="457200" y="6249987"/>
            <a:ext cx="49434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ADC3F8DF-DE29-6FF2-016F-0DF26BD3F4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001" y="434468"/>
            <a:ext cx="1463199" cy="41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15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fety Mo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2EB0C13-816A-4C89-8B79-0523E44516BC}"/>
              </a:ext>
            </a:extLst>
          </p:cNvPr>
          <p:cNvSpPr txBox="1">
            <a:spLocks/>
          </p:cNvSpPr>
          <p:nvPr userDrawn="1"/>
        </p:nvSpPr>
        <p:spPr>
          <a:xfrm>
            <a:off x="1066306" y="1073599"/>
            <a:ext cx="4332288" cy="480881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0000"/>
              </a:lnSpc>
            </a:pPr>
            <a:r>
              <a:rPr lang="en-US" sz="4000" b="1" spc="-60" baseline="0" dirty="0">
                <a:solidFill>
                  <a:srgbClr val="000000"/>
                </a:solidFill>
                <a:latin typeface="Amasis MT Pro" panose="02040504050005020304" pitchFamily="18" charset="0"/>
              </a:rPr>
              <a:t>Stantec Moment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F284CE0A-9C49-4F52-9650-92DB30FAB2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1" y="2397760"/>
            <a:ext cx="4332288" cy="40030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DCEF88F2-BDE8-1388-C17C-A0B3BE1A73A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00713" y="152400"/>
            <a:ext cx="6338888" cy="6400788"/>
          </a:xfrm>
          <a:prstGeom prst="roundRect">
            <a:avLst>
              <a:gd name="adj" fmla="val 1378"/>
            </a:avLst>
          </a:prstGeom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823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439" y="762000"/>
            <a:ext cx="8970962" cy="9144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11439" y="1981196"/>
            <a:ext cx="8970962" cy="4114800"/>
          </a:xfrm>
          <a:prstGeom prst="rect">
            <a:avLst/>
          </a:prstGeom>
        </p:spPr>
        <p:txBody>
          <a:bodyPr vert="horz" lIns="0" tIns="0" rIns="0" bIns="0" numCol="1" spcCol="301752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62DE4E-2E23-4802-83AA-DAA99534B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400" y="6400800"/>
            <a:ext cx="2157413" cy="30479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 cap="all" spc="200" baseline="0">
                <a:solidFill>
                  <a:srgbClr val="22222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105675E-CAFF-637F-5908-CEC30230B596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3572" y="152403"/>
            <a:ext cx="304818" cy="30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86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56" r:id="rId2"/>
    <p:sldLayoutId id="2147483881" r:id="rId3"/>
    <p:sldLayoutId id="2147483849" r:id="rId4"/>
    <p:sldLayoutId id="2147483882" r:id="rId5"/>
    <p:sldLayoutId id="2147483883" r:id="rId6"/>
    <p:sldLayoutId id="2147483884" r:id="rId7"/>
    <p:sldLayoutId id="2147483885" r:id="rId8"/>
    <p:sldLayoutId id="2147483887" r:id="rId9"/>
    <p:sldLayoutId id="2147483879" r:id="rId10"/>
    <p:sldLayoutId id="2147483794" r:id="rId11"/>
    <p:sldLayoutId id="2147483787" r:id="rId12"/>
    <p:sldLayoutId id="2147483875" r:id="rId13"/>
    <p:sldLayoutId id="2147483828" r:id="rId14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kern="1200" spc="-40" baseline="0">
          <a:solidFill>
            <a:schemeClr val="tx1"/>
          </a:solidFill>
          <a:latin typeface="Amasis MT Pro" panose="02040504050005020304" pitchFamily="18" charset="0"/>
          <a:ea typeface="Roboto" panose="02000000000000000000" pitchFamily="2" charset="0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Tx/>
        <a:buNone/>
        <a:defRPr sz="1400" kern="1200">
          <a:solidFill>
            <a:srgbClr val="222222"/>
          </a:solidFill>
          <a:latin typeface="+mn-lt"/>
          <a:ea typeface="Roboto" panose="02000000000000000000" pitchFamily="2" charset="0"/>
          <a:cs typeface="+mn-cs"/>
        </a:defRPr>
      </a:lvl1pPr>
      <a:lvl2pPr marL="557213" indent="-214313" algn="l" defTabSz="6858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Char char="•"/>
        <a:defRPr sz="1400" kern="1200">
          <a:solidFill>
            <a:srgbClr val="222222"/>
          </a:solidFill>
          <a:latin typeface="+mn-lt"/>
          <a:ea typeface="Roboto" panose="02000000000000000000" pitchFamily="2" charset="0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Char char="•"/>
        <a:defRPr sz="1400" kern="1200">
          <a:solidFill>
            <a:srgbClr val="222222"/>
          </a:solidFill>
          <a:latin typeface="+mn-lt"/>
          <a:ea typeface="Roboto" panose="02000000000000000000" pitchFamily="2" charset="0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96">
          <p15:clr>
            <a:srgbClr val="F26B43"/>
          </p15:clr>
        </p15:guide>
        <p15:guide id="3" pos="7584">
          <p15:clr>
            <a:srgbClr val="F26B43"/>
          </p15:clr>
        </p15:guide>
        <p15:guide id="4" pos="384" userDrawn="1">
          <p15:clr>
            <a:srgbClr val="F26B43"/>
          </p15:clr>
        </p15:guide>
        <p15:guide id="5" pos="7296">
          <p15:clr>
            <a:srgbClr val="F26B43"/>
          </p15:clr>
        </p15:guide>
        <p15:guide id="6" orient="horz" pos="480">
          <p15:clr>
            <a:srgbClr val="F26B43"/>
          </p15:clr>
        </p15:guide>
        <p15:guide id="7" orient="horz" pos="4224">
          <p15:clr>
            <a:srgbClr val="F26B43"/>
          </p15:clr>
        </p15:guide>
        <p15:guide id="8" pos="288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pos="7392">
          <p15:clr>
            <a:srgbClr val="F26B43"/>
          </p15:clr>
        </p15:guide>
        <p15:guide id="11" orient="horz" pos="96">
          <p15:clr>
            <a:srgbClr val="F26B43"/>
          </p15:clr>
        </p15:guide>
        <p15:guide id="12" orient="horz" pos="384" userDrawn="1">
          <p15:clr>
            <a:srgbClr val="F26B43"/>
          </p15:clr>
        </p15:guide>
        <p15:guide id="13" orient="horz" pos="4032">
          <p15:clr>
            <a:srgbClr val="F26B43"/>
          </p15:clr>
        </p15:guide>
        <p15:guide id="14" orient="horz" pos="672">
          <p15:clr>
            <a:srgbClr val="F26B43"/>
          </p15:clr>
        </p15:guide>
        <p15:guide id="15" pos="480" userDrawn="1">
          <p15:clr>
            <a:srgbClr val="F26B43"/>
          </p15:clr>
        </p15:guide>
        <p15:guide id="16" pos="6417">
          <p15:clr>
            <a:srgbClr val="F26B43"/>
          </p15:clr>
        </p15:guide>
        <p15:guide id="17" pos="672">
          <p15:clr>
            <a:srgbClr val="F26B43"/>
          </p15:clr>
        </p15:guide>
        <p15:guide id="18" pos="6512">
          <p15:clr>
            <a:srgbClr val="F26B43"/>
          </p15:clr>
        </p15:guide>
        <p15:guide id="20" pos="4565">
          <p15:clr>
            <a:srgbClr val="F26B43"/>
          </p15:clr>
        </p15:guide>
        <p15:guide id="22" orient="horz" pos="3936">
          <p15:clr>
            <a:srgbClr val="F26B43"/>
          </p15:clr>
        </p15:guide>
        <p15:guide id="23" pos="4470">
          <p15:clr>
            <a:srgbClr val="F26B43"/>
          </p15:clr>
        </p15:guide>
        <p15:guide id="27" pos="4375">
          <p15:clr>
            <a:srgbClr val="F26B43"/>
          </p15:clr>
        </p15:guide>
        <p15:guide id="28" pos="6322">
          <p15:clr>
            <a:srgbClr val="F26B43"/>
          </p15:clr>
        </p15:guide>
        <p15:guide id="29" pos="5443">
          <p15:clr>
            <a:srgbClr val="F26B43"/>
          </p15:clr>
        </p15:guide>
        <p15:guide id="30" pos="5348">
          <p15:clr>
            <a:srgbClr val="F26B43"/>
          </p15:clr>
        </p15:guide>
        <p15:guide id="31" pos="5538">
          <p15:clr>
            <a:srgbClr val="F26B43"/>
          </p15:clr>
        </p15:guide>
        <p15:guide id="32" pos="2428">
          <p15:clr>
            <a:srgbClr val="F26B43"/>
          </p15:clr>
        </p15:guide>
        <p15:guide id="33" pos="2523">
          <p15:clr>
            <a:srgbClr val="F26B43"/>
          </p15:clr>
        </p15:guide>
        <p15:guide id="34" pos="2618">
          <p15:clr>
            <a:srgbClr val="F26B43"/>
          </p15:clr>
        </p15:guide>
        <p15:guide id="35" pos="3402">
          <p15:clr>
            <a:srgbClr val="F26B43"/>
          </p15:clr>
        </p15:guide>
        <p15:guide id="36" pos="3499">
          <p15:clr>
            <a:srgbClr val="F26B43"/>
          </p15:clr>
        </p15:guide>
        <p15:guide id="37" pos="3591">
          <p15:clr>
            <a:srgbClr val="F26B43"/>
          </p15:clr>
        </p15:guide>
        <p15:guide id="38" pos="1455">
          <p15:clr>
            <a:srgbClr val="F26B43"/>
          </p15:clr>
        </p15:guide>
        <p15:guide id="39" pos="1551">
          <p15:clr>
            <a:srgbClr val="F26B43"/>
          </p15:clr>
        </p15:guide>
        <p15:guide id="40" pos="1645">
          <p15:clr>
            <a:srgbClr val="F26B43"/>
          </p15:clr>
        </p15:guide>
        <p15:guide id="41" orient="horz" pos="3840">
          <p15:clr>
            <a:srgbClr val="F26B43"/>
          </p15:clr>
        </p15:guide>
        <p15:guide id="42" orient="horz" pos="3648">
          <p15:clr>
            <a:srgbClr val="F26B43"/>
          </p15:clr>
        </p15:guide>
        <p15:guide id="43" orient="horz" pos="768">
          <p15:clr>
            <a:srgbClr val="F26B43"/>
          </p15:clr>
        </p15:guide>
        <p15:guide id="44" orient="horz" pos="3552">
          <p15:clr>
            <a:srgbClr val="F26B43"/>
          </p15:clr>
        </p15:guide>
        <p15:guide id="45" orient="horz" pos="864">
          <p15:clr>
            <a:srgbClr val="F26B43"/>
          </p15:clr>
        </p15:guide>
        <p15:guide id="46" orient="horz" pos="3456">
          <p15:clr>
            <a:srgbClr val="F26B43"/>
          </p15:clr>
        </p15:guide>
        <p15:guide id="47" orient="horz" pos="2160" userDrawn="1">
          <p15:clr>
            <a:srgbClr val="F26B43"/>
          </p15:clr>
        </p15:guide>
        <p15:guide id="48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439" y="762000"/>
            <a:ext cx="8970962" cy="9144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11439" y="1981196"/>
            <a:ext cx="8970962" cy="4114800"/>
          </a:xfrm>
          <a:prstGeom prst="rect">
            <a:avLst/>
          </a:prstGeom>
        </p:spPr>
        <p:txBody>
          <a:bodyPr vert="horz" lIns="0" tIns="0" rIns="0" bIns="0" numCol="1" spcCol="301752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62DE4E-2E23-4802-83AA-DAA99534B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11438" y="6400800"/>
            <a:ext cx="3702050" cy="30479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 cap="all" spc="200" baseline="0">
                <a:solidFill>
                  <a:srgbClr val="22222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4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62" r:id="rId2"/>
    <p:sldLayoutId id="2147483869" r:id="rId3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kern="1200" spc="-40" baseline="0">
          <a:solidFill>
            <a:schemeClr val="tx1"/>
          </a:solidFill>
          <a:latin typeface="Amasis MT Pro" panose="02040504050005020304" pitchFamily="18" charset="0"/>
          <a:ea typeface="Roboto" panose="02000000000000000000" pitchFamily="2" charset="0"/>
          <a:cs typeface="+mj-cs"/>
        </a:defRPr>
      </a:lvl1pPr>
    </p:titleStyle>
    <p:bodyStyle>
      <a:lvl1pPr marL="0" indent="0" algn="l" defTabSz="685800" rtl="0" eaLnBrk="1" latinLnBrk="0" hangingPunct="1">
        <a:spcBef>
          <a:spcPts val="600"/>
        </a:spcBef>
        <a:buFontTx/>
        <a:buNone/>
        <a:defRPr sz="1400" kern="1200">
          <a:solidFill>
            <a:srgbClr val="222222"/>
          </a:solidFill>
          <a:latin typeface="+mn-lt"/>
          <a:ea typeface="Roboto" panose="02000000000000000000" pitchFamily="2" charset="0"/>
          <a:cs typeface="+mn-cs"/>
        </a:defRPr>
      </a:lvl1pPr>
      <a:lvl2pPr marL="557213" indent="-214313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rgbClr val="222222"/>
          </a:solidFill>
          <a:latin typeface="+mn-lt"/>
          <a:ea typeface="Roboto" panose="02000000000000000000" pitchFamily="2" charset="0"/>
          <a:cs typeface="+mn-cs"/>
        </a:defRPr>
      </a:lvl2pPr>
      <a:lvl3pPr marL="85725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rgbClr val="222222"/>
          </a:solidFill>
          <a:latin typeface="+mn-lt"/>
          <a:ea typeface="Roboto" panose="02000000000000000000" pitchFamily="2" charset="0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96">
          <p15:clr>
            <a:srgbClr val="F26B43"/>
          </p15:clr>
        </p15:guide>
        <p15:guide id="3" pos="7584">
          <p15:clr>
            <a:srgbClr val="F26B43"/>
          </p15:clr>
        </p15:guide>
        <p15:guide id="4" pos="384">
          <p15:clr>
            <a:srgbClr val="F26B43"/>
          </p15:clr>
        </p15:guide>
        <p15:guide id="5" pos="7296">
          <p15:clr>
            <a:srgbClr val="F26B43"/>
          </p15:clr>
        </p15:guide>
        <p15:guide id="6" orient="horz" pos="480">
          <p15:clr>
            <a:srgbClr val="F26B43"/>
          </p15:clr>
        </p15:guide>
        <p15:guide id="7" orient="horz" pos="4224">
          <p15:clr>
            <a:srgbClr val="F26B43"/>
          </p15:clr>
        </p15:guide>
        <p15:guide id="8" pos="288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pos="7392">
          <p15:clr>
            <a:srgbClr val="F26B43"/>
          </p15:clr>
        </p15:guide>
        <p15:guide id="11" orient="horz" pos="96">
          <p15:clr>
            <a:srgbClr val="F26B43"/>
          </p15:clr>
        </p15:guide>
        <p15:guide id="12" orient="horz" pos="384">
          <p15:clr>
            <a:srgbClr val="F26B43"/>
          </p15:clr>
        </p15:guide>
        <p15:guide id="13" orient="horz" pos="4032">
          <p15:clr>
            <a:srgbClr val="F26B43"/>
          </p15:clr>
        </p15:guide>
        <p15:guide id="14" orient="horz" pos="672">
          <p15:clr>
            <a:srgbClr val="F26B43"/>
          </p15:clr>
        </p15:guide>
        <p15:guide id="15" pos="480">
          <p15:clr>
            <a:srgbClr val="F26B43"/>
          </p15:clr>
        </p15:guide>
        <p15:guide id="16" pos="6417">
          <p15:clr>
            <a:srgbClr val="F26B43"/>
          </p15:clr>
        </p15:guide>
        <p15:guide id="17" pos="672">
          <p15:clr>
            <a:srgbClr val="F26B43"/>
          </p15:clr>
        </p15:guide>
        <p15:guide id="18" pos="6512">
          <p15:clr>
            <a:srgbClr val="F26B43"/>
          </p15:clr>
        </p15:guide>
        <p15:guide id="20" pos="4565">
          <p15:clr>
            <a:srgbClr val="F26B43"/>
          </p15:clr>
        </p15:guide>
        <p15:guide id="22" orient="horz" pos="3936">
          <p15:clr>
            <a:srgbClr val="F26B43"/>
          </p15:clr>
        </p15:guide>
        <p15:guide id="23" pos="4470">
          <p15:clr>
            <a:srgbClr val="F26B43"/>
          </p15:clr>
        </p15:guide>
        <p15:guide id="27" pos="4375">
          <p15:clr>
            <a:srgbClr val="F26B43"/>
          </p15:clr>
        </p15:guide>
        <p15:guide id="28" pos="6322">
          <p15:clr>
            <a:srgbClr val="F26B43"/>
          </p15:clr>
        </p15:guide>
        <p15:guide id="29" pos="5443">
          <p15:clr>
            <a:srgbClr val="F26B43"/>
          </p15:clr>
        </p15:guide>
        <p15:guide id="30" pos="5348">
          <p15:clr>
            <a:srgbClr val="F26B43"/>
          </p15:clr>
        </p15:guide>
        <p15:guide id="31" pos="5538">
          <p15:clr>
            <a:srgbClr val="F26B43"/>
          </p15:clr>
        </p15:guide>
        <p15:guide id="32" pos="2428">
          <p15:clr>
            <a:srgbClr val="F26B43"/>
          </p15:clr>
        </p15:guide>
        <p15:guide id="33" pos="2523">
          <p15:clr>
            <a:srgbClr val="F26B43"/>
          </p15:clr>
        </p15:guide>
        <p15:guide id="34" pos="2618">
          <p15:clr>
            <a:srgbClr val="F26B43"/>
          </p15:clr>
        </p15:guide>
        <p15:guide id="35" pos="3402">
          <p15:clr>
            <a:srgbClr val="F26B43"/>
          </p15:clr>
        </p15:guide>
        <p15:guide id="36" pos="3499">
          <p15:clr>
            <a:srgbClr val="F26B43"/>
          </p15:clr>
        </p15:guide>
        <p15:guide id="37" pos="3591">
          <p15:clr>
            <a:srgbClr val="F26B43"/>
          </p15:clr>
        </p15:guide>
        <p15:guide id="38" pos="1455">
          <p15:clr>
            <a:srgbClr val="F26B43"/>
          </p15:clr>
        </p15:guide>
        <p15:guide id="39" pos="1551">
          <p15:clr>
            <a:srgbClr val="F26B43"/>
          </p15:clr>
        </p15:guide>
        <p15:guide id="40" pos="1645">
          <p15:clr>
            <a:srgbClr val="F26B43"/>
          </p15:clr>
        </p15:guide>
        <p15:guide id="41" orient="horz" pos="3840">
          <p15:clr>
            <a:srgbClr val="F26B43"/>
          </p15:clr>
        </p15:guide>
        <p15:guide id="42" orient="horz" pos="3648">
          <p15:clr>
            <a:srgbClr val="F26B43"/>
          </p15:clr>
        </p15:guide>
        <p15:guide id="43" orient="horz" pos="768">
          <p15:clr>
            <a:srgbClr val="F26B43"/>
          </p15:clr>
        </p15:guide>
        <p15:guide id="44" orient="horz" pos="3552">
          <p15:clr>
            <a:srgbClr val="F26B43"/>
          </p15:clr>
        </p15:guide>
        <p15:guide id="45" orient="horz" pos="864">
          <p15:clr>
            <a:srgbClr val="F26B43"/>
          </p15:clr>
        </p15:guide>
        <p15:guide id="46" orient="horz" pos="3456">
          <p15:clr>
            <a:srgbClr val="F26B43"/>
          </p15:clr>
        </p15:guide>
        <p15:guide id="47" pos="3840" userDrawn="1">
          <p15:clr>
            <a:srgbClr val="F26B43"/>
          </p15:clr>
        </p15:guide>
        <p15:guide id="48" orient="horz" pos="216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BD0B1EF9-7323-455D-BB73-D597CAD16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590801" y="3352802"/>
            <a:ext cx="5791201" cy="30479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cap="all" spc="300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86EF0A7A-218E-411A-957C-8A109C5ED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400" y="6400799"/>
            <a:ext cx="304799" cy="30480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9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D01415F-5F32-4771-AE74-55868ADB41C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0F3F6B8-55A5-4AFF-BEE8-6B9862F02BA8}"/>
              </a:ext>
            </a:extLst>
          </p:cNvPr>
          <p:cNvCxnSpPr>
            <a:cxnSpLocks/>
          </p:cNvCxnSpPr>
          <p:nvPr userDrawn="1"/>
        </p:nvCxnSpPr>
        <p:spPr>
          <a:xfrm>
            <a:off x="605246" y="152403"/>
            <a:ext cx="0" cy="6553197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D0807DFC-5172-495B-6E05-CB3B456234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572" y="152403"/>
            <a:ext cx="304818" cy="30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920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>
          <p15:clr>
            <a:srgbClr val="F26B43"/>
          </p15:clr>
        </p15:guide>
        <p15:guide id="2" orient="horz" pos="96">
          <p15:clr>
            <a:srgbClr val="F26B43"/>
          </p15:clr>
        </p15:guide>
        <p15:guide id="3" orient="horz" pos="480">
          <p15:clr>
            <a:srgbClr val="F26B43"/>
          </p15:clr>
        </p15:guide>
        <p15:guide id="4" orient="horz" pos="672">
          <p15:clr>
            <a:srgbClr val="F26B43"/>
          </p15:clr>
        </p15:guide>
        <p15:guide id="5" pos="96">
          <p15:clr>
            <a:srgbClr val="F26B43"/>
          </p15:clr>
        </p15:guide>
        <p15:guide id="6" pos="288">
          <p15:clr>
            <a:srgbClr val="F26B43"/>
          </p15:clr>
        </p15:guide>
        <p15:guide id="7" pos="384">
          <p15:clr>
            <a:srgbClr val="F26B43"/>
          </p15:clr>
        </p15:guide>
        <p15:guide id="8" pos="480">
          <p15:clr>
            <a:srgbClr val="F26B43"/>
          </p15:clr>
        </p15:guide>
        <p15:guide id="9" orient="horz" pos="384">
          <p15:clr>
            <a:srgbClr val="F26B43"/>
          </p15:clr>
        </p15:guide>
        <p15:guide id="10" orient="horz" pos="4032">
          <p15:clr>
            <a:srgbClr val="F26B43"/>
          </p15:clr>
        </p15:guide>
        <p15:guide id="11" orient="horz" pos="4224">
          <p15:clr>
            <a:srgbClr val="F26B43"/>
          </p15:clr>
        </p15:guide>
        <p15:guide id="12" pos="7200">
          <p15:clr>
            <a:srgbClr val="F26B43"/>
          </p15:clr>
        </p15:guide>
        <p15:guide id="13" pos="7296">
          <p15:clr>
            <a:srgbClr val="F26B43"/>
          </p15:clr>
        </p15:guide>
        <p15:guide id="14" pos="7392">
          <p15:clr>
            <a:srgbClr val="F26B43"/>
          </p15:clr>
        </p15:guide>
        <p15:guide id="15" pos="7584">
          <p15:clr>
            <a:srgbClr val="F26B43"/>
          </p15:clr>
        </p15:guide>
        <p15:guide id="16" pos="672">
          <p15:clr>
            <a:srgbClr val="F26B43"/>
          </p15:clr>
        </p15:guide>
        <p15:guide id="17" pos="7008">
          <p15:clr>
            <a:srgbClr val="F26B43"/>
          </p15:clr>
        </p15:guide>
        <p15:guide id="18" pos="1647">
          <p15:clr>
            <a:srgbClr val="F26B43"/>
          </p15:clr>
        </p15:guide>
        <p15:guide id="19" orient="horz" pos="3840">
          <p15:clr>
            <a:srgbClr val="F26B43"/>
          </p15:clr>
        </p15:guide>
        <p15:guide id="21" pos="2426">
          <p15:clr>
            <a:srgbClr val="F26B43"/>
          </p15:clr>
        </p15:guide>
        <p15:guide id="22" pos="1550">
          <p15:clr>
            <a:srgbClr val="F26B43"/>
          </p15:clr>
        </p15:guide>
        <p15:guide id="23" pos="1454">
          <p15:clr>
            <a:srgbClr val="F26B43"/>
          </p15:clr>
        </p15:guide>
        <p15:guide id="24" pos="2619">
          <p15:clr>
            <a:srgbClr val="F26B43"/>
          </p15:clr>
        </p15:guide>
        <p15:guide id="25" pos="2523">
          <p15:clr>
            <a:srgbClr val="F26B43"/>
          </p15:clr>
        </p15:guide>
        <p15:guide id="26" pos="3401">
          <p15:clr>
            <a:srgbClr val="F26B43"/>
          </p15:clr>
        </p15:guide>
        <p15:guide id="27" pos="3592">
          <p15:clr>
            <a:srgbClr val="F26B43"/>
          </p15:clr>
        </p15:guide>
        <p15:guide id="28" pos="3496">
          <p15:clr>
            <a:srgbClr val="F26B43"/>
          </p15:clr>
        </p15:guide>
        <p15:guide id="29" pos="4565">
          <p15:clr>
            <a:srgbClr val="F26B43"/>
          </p15:clr>
        </p15:guide>
        <p15:guide id="30" pos="4373">
          <p15:clr>
            <a:srgbClr val="F26B43"/>
          </p15:clr>
        </p15:guide>
        <p15:guide id="31" pos="4468">
          <p15:clr>
            <a:srgbClr val="F26B43"/>
          </p15:clr>
        </p15:guide>
        <p15:guide id="32" pos="5347">
          <p15:clr>
            <a:srgbClr val="F26B43"/>
          </p15:clr>
        </p15:guide>
        <p15:guide id="33" pos="5443">
          <p15:clr>
            <a:srgbClr val="F26B43"/>
          </p15:clr>
        </p15:guide>
        <p15:guide id="34" pos="5537">
          <p15:clr>
            <a:srgbClr val="F26B43"/>
          </p15:clr>
        </p15:guide>
        <p15:guide id="35" pos="6320">
          <p15:clr>
            <a:srgbClr val="F26B43"/>
          </p15:clr>
        </p15:guide>
        <p15:guide id="36" pos="6416">
          <p15:clr>
            <a:srgbClr val="F26B43"/>
          </p15:clr>
        </p15:guide>
        <p15:guide id="37" pos="6513">
          <p15:clr>
            <a:srgbClr val="F26B43"/>
          </p15:clr>
        </p15:guide>
        <p15:guide id="38" orient="horz" pos="3648">
          <p15:clr>
            <a:srgbClr val="F26B43"/>
          </p15:clr>
        </p15:guide>
        <p15:guide id="39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the-lens.stantec.com/sites/our-company/SitePageModern/89932/stantec-moments" TargetMode="Externa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D6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92652E-F1E0-0CC4-2A55-F82A02E7D50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66800" y="457201"/>
            <a:ext cx="10058400" cy="594359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9600" b="1" dirty="0">
                <a:solidFill>
                  <a:schemeClr val="bg1"/>
                </a:solidFill>
                <a:latin typeface="Amasis MT Pro" panose="02040504050005020304" pitchFamily="18" charset="0"/>
              </a:rPr>
              <a:t>Basic</a:t>
            </a:r>
          </a:p>
          <a:p>
            <a:pPr algn="ctr">
              <a:lnSpc>
                <a:spcPct val="90000"/>
              </a:lnSpc>
            </a:pPr>
            <a:r>
              <a:rPr lang="en-US" sz="9600" b="1" dirty="0">
                <a:solidFill>
                  <a:schemeClr val="bg1"/>
                </a:solidFill>
                <a:latin typeface="Amasis MT Pro" panose="02040504050005020304" pitchFamily="18" charset="0"/>
              </a:rPr>
              <a:t>Template</a:t>
            </a:r>
          </a:p>
        </p:txBody>
      </p:sp>
    </p:spTree>
    <p:extLst>
      <p:ext uri="{BB962C8B-B14F-4D97-AF65-F5344CB8AC3E}">
        <p14:creationId xmlns:p14="http://schemas.microsoft.com/office/powerpoint/2010/main" val="1034121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B1C0EB-5E11-CF84-4919-7296F058B5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1E3B83-E080-FC8B-A909-907EEE210D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sz="1200" b="1" dirty="0"/>
              <a:t>Setting up your footer and slide numbers.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If you don’t already have a footer </a:t>
            </a:r>
            <a:br>
              <a:rPr lang="en-US" sz="1200" dirty="0"/>
            </a:br>
            <a:r>
              <a:rPr lang="en-US" sz="1200" dirty="0"/>
              <a:t>and slide number follow these steps </a:t>
            </a:r>
            <a:br>
              <a:rPr lang="en-US" sz="1200" dirty="0"/>
            </a:br>
            <a:r>
              <a:rPr lang="en-US" sz="1200" dirty="0"/>
              <a:t>to insert them: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eriod"/>
            </a:pPr>
            <a:r>
              <a:rPr lang="en-US" sz="1200" dirty="0"/>
              <a:t>Select Insert from the top ribbon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eriod"/>
            </a:pPr>
            <a:r>
              <a:rPr lang="en-US" sz="1200" dirty="0"/>
              <a:t>In the Text section, select Header </a:t>
            </a:r>
            <a:br>
              <a:rPr lang="en-US" sz="1200" dirty="0"/>
            </a:br>
            <a:r>
              <a:rPr lang="en-US" sz="1200" dirty="0"/>
              <a:t>&amp; Footer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eriod"/>
            </a:pPr>
            <a:r>
              <a:rPr lang="en-US" sz="1200" dirty="0"/>
              <a:t>In the Header &amp; Footer dialog box check Slide Number and Footer, then choose Apply to All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eriod"/>
            </a:pPr>
            <a:r>
              <a:rPr lang="en-US" sz="1200" dirty="0"/>
              <a:t>You now have an editable field on </a:t>
            </a:r>
            <a:br>
              <a:rPr lang="en-US" sz="1200" dirty="0"/>
            </a:br>
            <a:r>
              <a:rPr lang="en-US" sz="1200" dirty="0"/>
              <a:t>the left for your footer title and a slide number that automatically adjusts </a:t>
            </a:r>
            <a:br>
              <a:rPr lang="en-US" sz="1200" dirty="0"/>
            </a:br>
            <a:r>
              <a:rPr lang="en-US" sz="1200" dirty="0"/>
              <a:t>to be correct.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4898648-BADE-2215-5AFA-7A69C458B9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1200" b="1" dirty="0"/>
              <a:t>Image selections and editing.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1200" dirty="0"/>
              <a:t>You can click the icon in the center of the blank image box to add your own images and they will automatically crop to the correct size.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1200" dirty="0"/>
              <a:t>If you want to </a:t>
            </a:r>
            <a:r>
              <a:rPr lang="en-US" sz="1200" dirty="0" err="1"/>
              <a:t>recrop</a:t>
            </a:r>
            <a:r>
              <a:rPr lang="en-US" sz="1200" dirty="0"/>
              <a:t> the image you can double-click the image and select the crop option at the right side of the ribbon.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endParaRPr lang="en-US" dirty="0"/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1200" b="1" dirty="0"/>
              <a:t>Adding Alternative Text to Images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1200" dirty="0"/>
              <a:t>Right click on an image and select view alt text. Then in the sidebar add a short description of the image in the description box</a:t>
            </a:r>
          </a:p>
          <a:p>
            <a:pPr marL="228600" indent="-228600">
              <a:lnSpc>
                <a:spcPct val="9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200" dirty="0"/>
              <a:t>Please use alt text for future users</a:t>
            </a:r>
          </a:p>
          <a:p>
            <a:pPr marL="228600" indent="-228600">
              <a:lnSpc>
                <a:spcPct val="9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W</a:t>
            </a:r>
            <a:r>
              <a:rPr lang="en-US" sz="1200" dirty="0"/>
              <a:t>hen presenting, rather than saying “as you can see on the screen,” describe or summarize their graphic for low-vision users.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B8B2803-402B-6AC0-4FE2-BBA2997282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1200" b="1" dirty="0"/>
              <a:t>Check guides and alignment.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1200" dirty="0"/>
              <a:t>When adding new content or moving existing template objects check that they snap to the built-in guides to maintain a consistent and well-designed presentation. To toggle the guides on and off navigate to the View tab and click the Guides checkbox or press Alt+F9.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6865C7-B8F3-9C25-53C3-A58F4C2B3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- Before you begin…</a:t>
            </a:r>
          </a:p>
        </p:txBody>
      </p:sp>
    </p:spTree>
    <p:extLst>
      <p:ext uri="{BB962C8B-B14F-4D97-AF65-F5344CB8AC3E}">
        <p14:creationId xmlns:p14="http://schemas.microsoft.com/office/powerpoint/2010/main" val="3255701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B1E6C92-4319-7E5B-5457-465BCD874C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9E0C728-11A9-947B-EBBE-7A65D6328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767647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6C42467-2D72-7005-0C49-C3C6C9F812F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7C45E68-2BE1-E378-8F4E-824A992DB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176024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991A59-6CA6-25FB-F5BB-FC8C338D6E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Find premade Stantec Moments</a:t>
            </a:r>
            <a:endParaRPr lang="en-US" b="1" dirty="0">
              <a:solidFill>
                <a:schemeClr val="tx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dirty="0">
                <a:solidFill>
                  <a:srgbClr val="2A73D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Our Company - Stantec Moments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FAAFDAC-D6AD-58F5-D7F5-775AD53DD6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18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C1C32E-7AE4-E71E-CBF3-7F81DA8830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20C64A9-30AC-8253-E093-850CD3DFCB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D420AF-69B7-E76F-963B-ED71525E4D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Item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Item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Item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Item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Item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Item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7E528E-7BDF-5C9A-A7A0-32700F61D9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BC65AE-97C5-F892-BAB5-27D624169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125570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0B8203F-94DE-F5F5-338F-8D7C13C374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70D71D-1A09-1C62-83A4-AFA1217BE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0CC24-A692-1EDC-2F02-9F5ACB82F7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739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CA6C7-DD46-B8C4-27A4-37DBEBD045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DA76E-E634-3DA5-8CF2-BEDC83801E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8C35A8-8F9C-52E0-06C6-F36042107A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30FA289-EC3F-9CC8-ED7D-74CF4AB7CA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779386-0453-92DE-88A8-AF76264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13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88E1B-01FE-E2FB-7FB2-5DA610E0B9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E9654D-4F08-50AB-0ED3-FB1EF7358A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CDE370C-23DB-C453-07A1-EFD20712949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ED0208-DEBA-ECA8-CAC3-B9BC93BC3F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6285C-A27F-A297-5BBE-558F1AC0D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32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055409-63E2-7615-3871-16096646A0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F8DCADC-8A3E-878C-1403-DB2C75E0F4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238C01A-779C-4632-274F-5F7992B891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0C646B4-8BDF-30BD-FE26-CBAB0E07C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27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F4B37-D45E-13E0-4AE8-C82E279CF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61D697-9B4C-A7B6-663B-186BD13889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1AC445-B40B-E029-B917-FD5F3177AB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DA55E1B-67CF-60C4-C250-B285428797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B04A5D-1EB6-194C-3BDA-9C9B0418C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239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D7F51-A46D-2A32-D3A6-1D7FD1DD83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153312-AF9B-F3E1-E02E-DC9D793867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359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FE322B-C10D-E84F-E7CE-725EEAC70E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5D1244-8EE9-5287-61C4-D3B517F9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421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B36E89-207B-B6C8-DA2B-D4E0EE80E8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6606630-27A7-21D4-A91E-8D79A57F48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D52853-9ECC-69E5-3272-3C95FD8136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7B7429-67BA-EFB0-F5FD-0560334A7B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F1B4C99-2E9A-85EE-3306-D389162A2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185407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DBB17-0E94-C1DD-EC99-715B36BE0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81B1A-B051-639D-D50A-12EE5B80A7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B8F960A-5035-9797-F6BA-4AC372592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88464561"/>
      </p:ext>
    </p:extLst>
  </p:cSld>
  <p:clrMapOvr>
    <a:masterClrMapping/>
  </p:clrMapOvr>
</p:sld>
</file>

<file path=ppt/theme/theme1.xml><?xml version="1.0" encoding="utf-8"?>
<a:theme xmlns:a="http://schemas.openxmlformats.org/drawingml/2006/main" name="Stantec Basic">
  <a:themeElements>
    <a:clrScheme name="Stantec Default Theme">
      <a:dk1>
        <a:srgbClr val="000000"/>
      </a:dk1>
      <a:lt1>
        <a:srgbClr val="FFFFFF"/>
      </a:lt1>
      <a:dk2>
        <a:srgbClr val="ED6631"/>
      </a:dk2>
      <a:lt2>
        <a:srgbClr val="6C6965"/>
      </a:lt2>
      <a:accent1>
        <a:srgbClr val="C9C4BD"/>
      </a:accent1>
      <a:accent2>
        <a:srgbClr val="E2DDDB"/>
      </a:accent2>
      <a:accent3>
        <a:srgbClr val="F2EFEC"/>
      </a:accent3>
      <a:accent4>
        <a:srgbClr val="2A73D9"/>
      </a:accent4>
      <a:accent5>
        <a:srgbClr val="F3BE0A"/>
      </a:accent5>
      <a:accent6>
        <a:srgbClr val="1A845C"/>
      </a:accent6>
      <a:hlink>
        <a:srgbClr val="2A73D9"/>
      </a:hlink>
      <a:folHlink>
        <a:srgbClr val="205FB2"/>
      </a:folHlink>
    </a:clrScheme>
    <a:fontScheme name="Stantec Fonts">
      <a:majorFont>
        <a:latin typeface="Amasis MT Pro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ntec Basic Template.pptx" id="{5D7732C7-D409-4847-9414-02838691DF50}" vid="{B3CCABC9-A356-45B5-A640-17CE7A2E3E96}"/>
    </a:ext>
  </a:extLst>
</a:theme>
</file>

<file path=ppt/theme/theme2.xml><?xml version="1.0" encoding="utf-8"?>
<a:theme xmlns:a="http://schemas.openxmlformats.org/drawingml/2006/main" name="Basic Titles">
  <a:themeElements>
    <a:clrScheme name="Stantec Default Theme">
      <a:dk1>
        <a:srgbClr val="000000"/>
      </a:dk1>
      <a:lt1>
        <a:srgbClr val="FFFFFF"/>
      </a:lt1>
      <a:dk2>
        <a:srgbClr val="ED6631"/>
      </a:dk2>
      <a:lt2>
        <a:srgbClr val="6C6965"/>
      </a:lt2>
      <a:accent1>
        <a:srgbClr val="C9C4BD"/>
      </a:accent1>
      <a:accent2>
        <a:srgbClr val="E2DDDB"/>
      </a:accent2>
      <a:accent3>
        <a:srgbClr val="F2EFEC"/>
      </a:accent3>
      <a:accent4>
        <a:srgbClr val="2A73D9"/>
      </a:accent4>
      <a:accent5>
        <a:srgbClr val="F3BE0A"/>
      </a:accent5>
      <a:accent6>
        <a:srgbClr val="1A845C"/>
      </a:accent6>
      <a:hlink>
        <a:srgbClr val="2A73D9"/>
      </a:hlink>
      <a:folHlink>
        <a:srgbClr val="205FB2"/>
      </a:folHlink>
    </a:clrScheme>
    <a:fontScheme name="Refresh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ntec Basic Template.pptx" id="{5D7732C7-D409-4847-9414-02838691DF50}" vid="{9BFFAB0B-1553-490B-B3BF-1805496D86F4}"/>
    </a:ext>
  </a:extLst>
</a:theme>
</file>

<file path=ppt/theme/theme3.xml><?xml version="1.0" encoding="utf-8"?>
<a:theme xmlns:a="http://schemas.openxmlformats.org/drawingml/2006/main" name="Stantec Moments">
  <a:themeElements>
    <a:clrScheme name="New Palette">
      <a:dk1>
        <a:srgbClr val="000000"/>
      </a:dk1>
      <a:lt1>
        <a:sysClr val="window" lastClr="FFFFFF"/>
      </a:lt1>
      <a:dk2>
        <a:srgbClr val="ED6631"/>
      </a:dk2>
      <a:lt2>
        <a:srgbClr val="6C6965"/>
      </a:lt2>
      <a:accent1>
        <a:srgbClr val="97938E"/>
      </a:accent1>
      <a:accent2>
        <a:srgbClr val="C9C4BD"/>
      </a:accent2>
      <a:accent3>
        <a:srgbClr val="E2DDDB"/>
      </a:accent3>
      <a:accent4>
        <a:srgbClr val="F2EFEC"/>
      </a:accent4>
      <a:accent5>
        <a:srgbClr val="2A73D9"/>
      </a:accent5>
      <a:accent6>
        <a:srgbClr val="1A845C"/>
      </a:accent6>
      <a:hlink>
        <a:srgbClr val="2A73D9"/>
      </a:hlink>
      <a:folHlink>
        <a:srgbClr val="205F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ntec Basic Template.pptx" id="{5D7732C7-D409-4847-9414-02838691DF50}" vid="{1113A703-9B81-423A-B44A-3C50A7A0EB7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82A275C1127F40A3853E96394FDCAD" ma:contentTypeVersion="4" ma:contentTypeDescription="Create a new document." ma:contentTypeScope="" ma:versionID="d6d090bc7e373f28a42efac1cae73f65">
  <xsd:schema xmlns:xsd="http://www.w3.org/2001/XMLSchema" xmlns:xs="http://www.w3.org/2001/XMLSchema" xmlns:p="http://schemas.microsoft.com/office/2006/metadata/properties" xmlns:ns2="9cdf8889-2e75-4319-9348-e137fb9b56c6" targetNamespace="http://schemas.microsoft.com/office/2006/metadata/properties" ma:root="true" ma:fieldsID="f59112b8787f0c88d175cb83b9101e0e" ns2:_="">
    <xsd:import namespace="9cdf8889-2e75-4319-9348-e137fb9b56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df8889-2e75-4319-9348-e137fb9b56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00E9AC-3306-4401-882E-7FC67A6F203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F4D1C72-093E-4B71-B928-232D346E99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758C8C-B89D-4183-A25E-4C8CDA3A1A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df8889-2e75-4319-9348-e137fb9b56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Stantec Basic Template</Template>
  <TotalTime>0</TotalTime>
  <Words>302</Words>
  <Application>Microsoft Office PowerPoint</Application>
  <PresentationFormat>Widescreen</PresentationFormat>
  <Paragraphs>35</Paragraphs>
  <Slides>15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Amasis MT Pro</vt:lpstr>
      <vt:lpstr>Arial</vt:lpstr>
      <vt:lpstr>Calibri</vt:lpstr>
      <vt:lpstr>Stantec Basic</vt:lpstr>
      <vt:lpstr>Basic Titles</vt:lpstr>
      <vt:lpstr>Stantec Moments</vt:lpstr>
      <vt:lpstr>PowerPoint Presentation</vt:lpstr>
      <vt:lpstr>Basics - Before you begin…</vt:lpstr>
      <vt:lpstr>Presentation Title</vt:lpstr>
      <vt:lpstr>Presentation Title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Bassom, Sharon</dc:creator>
  <cp:lastModifiedBy>Bassom, Sharon</cp:lastModifiedBy>
  <cp:revision>1</cp:revision>
  <dcterms:created xsi:type="dcterms:W3CDTF">2025-02-03T15:25:24Z</dcterms:created>
  <dcterms:modified xsi:type="dcterms:W3CDTF">2025-02-03T15:26:14Z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0x010100E782A275C1127F40A3853E96394FDCAD</vt:lpwstr>
  </property>
</Properties>
</file>